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Log Analysis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errors, warnings and suspicious events in log files using threads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Deadlock_OS SP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2520030265 - Haasini Reddy B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2520030500 - M. Manasa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2520030285 - Arjun Tomar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write every event into log files (logins, errors, warnings)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files can have lakhs of lines, so reading them one by one is slow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program that checks the log quickly and tells us how many errors, warnings and suspicious events there are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should use multiple threads and run on Ubuntu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program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log file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it into equal parts, one part for each thread (a part always ends at the end of a line)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checks its own part and counts errors, warnings and suspicious lines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thread finishes, it adds its counts to the final total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total and a few example lines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 and pthread library (for threads)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 on Ubuntu (WSL)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Mutex: a lock so only one thread updates the final total at a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detect lines: the line contains "error", "warn", or words like "failed password", "invalid user", "unauthorized", "permission denied"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-O2 -Wall -pthread log_analyzer.c -o log_analyzer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./log_analyzer sample.log 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sample.log is the log file, 4 is the number of threads (optional, default is 4)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 a small log 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pic>
        <p:nvPicPr>
          <p:cNvPr id="4" name="Image 0" descr="/mnt/user-data/uploads/1792215650424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86400" cy="1691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has 4 lines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1 error, 1 warning and 1 suspicious line (failed password)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tested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log file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counts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file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counts are 0, no crash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that does not exist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an error message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number of threads (abc, 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an error message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file (80,000 lines) with 1 thread and 8 threads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counts both times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 a big 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pic>
        <p:nvPicPr>
          <p:cNvPr id="4" name="Image 0" descr="/mnt/user-data/uploads/179221563841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566160" cy="3172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389120" y="12344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has 80,000 lines, run with 8 threads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20,000  Warnings: 20,000  Suspicious: 20,000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got the same numbers with 1 thread, so the threads are not missing or repeating any lines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checks a log file using many threads and gives correct counts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for normal, empty and big files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handle very large files without loading all of it, and let the user choose the words to search for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Haasini Reddy B: dividing the file and reading it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Manasa: threads and mutex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Tomar: testing and demo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2026-10-17T05:44:37Z</dcterms:created>
  <dcterms:modified xsi:type="dcterms:W3CDTF">2026-10-17T05:44:37Z</dcterms:modified>
</cp:coreProperties>
</file>